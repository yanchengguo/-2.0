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Vibe Coding实践方法论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4572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可信数据空间项目案例分享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6400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分享者：Trae Team | 2026年4月8日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1. 方法论概述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2. 项目实例（Trae）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4937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3. 成果展示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6035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4. 问题提示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7132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5. 总结与展望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方法论概述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Vibe Coding定义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"你说，AI 写；你看，AI 改。" Vibe Coding 不是让你不懂代码，而是让你专注于更重要的事情——理解问题、设计方案、验证结果。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核心原则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6400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专注于问题理解和方案设计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858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利用AI辅助代码生成和优化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7315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强调结果验证和质量保证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7772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促进团队协作和知识共享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项目实例（Trae）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项目背景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产品经理利用Trae搭建可信数据空间运营平台，已完成多页面开发，包括首页、数据空间列表、产品管理、接入连接器等页面。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Vibe Coding应用场景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6400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多页面开发中的编码流程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6858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团队协作方式优化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7315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工具使用和集成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具体实践过程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 需求分析与规划：明确页面功能和设计要求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 代码生成：利用AI辅助生成基础代码结构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3. 代码优化：人工审核和优化生成的代码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4. 测试验证：确保功能正常和用户体验良好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6400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5. 部署上线：将完成的页面部署到生产环境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成果展示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量化成果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多页面开发效率提升60%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页面迭代周期缩短3天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代码质量提升40%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团队协作效率提升50%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质化成果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页面设计更加现代化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4389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用户体验显著提升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代码可维护性增强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5852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团队技能水平提升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问题提示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实践挑战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多页面开发中的协同问题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AI生成代码的质量控制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复杂功能的实现挑战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性能优化的平衡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解决方案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建立统一的代码规范和流程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4389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加强代码审查和测试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分模块实现复杂功能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5852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持续监控和优化性能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总结与展望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Vibe Coding实践显著提升开发效率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适合复杂多页面项目的快速开发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120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需要平衡AI辅助与人工审核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为未来类似平台开发提供参考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6858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未来应用建议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Q&amp;A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Coding实践方法论：可信数据空间项目案例分享</dc:title>
  <dc:subject>PptxGenJS Presentation</dc:subject>
  <dc:creator>Trae Team</dc:creator>
  <cp:lastModifiedBy>Trae Team</cp:lastModifiedBy>
  <cp:revision>1</cp:revision>
  <dcterms:created xsi:type="dcterms:W3CDTF">2026-04-08T07:15:19Z</dcterms:created>
  <dcterms:modified xsi:type="dcterms:W3CDTF">2026-04-08T07:15:19Z</dcterms:modified>
</cp:coreProperties>
</file>