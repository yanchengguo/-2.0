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可信数据空间项目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50292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Vibe Coding实践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6858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Trae整体使用方法论、项目成果与问题提示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333333"/>
                </a:solidFill>
              </a:rPr>
              <a:t>1. Trae整体使用方法论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333333"/>
                </a:solidFill>
              </a:rPr>
              <a:t>2. 项目成果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4937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333333"/>
                </a:solidFill>
              </a:rPr>
              <a:t>3. 问题提示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6035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333333"/>
                </a:solidFill>
              </a:rPr>
              <a:t>4. 结论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Trae整体使用方法论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1. 需求分析与规划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749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2. 代码生成与优化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3. 项目管理与协作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5760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4. 测试与部署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需求分析与规划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详细理解用户需求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制定清晰的项目规划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4206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确定技术栈与架构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4937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建立项目里程碑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代码生成与优化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使用AI辅助代码生成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遵循最佳实践与编码规范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4206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持续优化代码质量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4937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实现响应式设计与动画效果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项目成果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1. 完整的可信数据空间平台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749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2. 数据产品管理系统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3. 接入连接器页面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5760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4. 响应式设计与现代UI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技术实现成果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React + Vite 构建现代化前端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Tailwind CSS 实现响应式设计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4206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React Router 实现页面导航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4937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动态气泡效果与动画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5669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暗色系主题设计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问题提示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1. 技术挑战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749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2. 性能优化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3. 兼容性问题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5760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4. 维护与更新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技术挑战与解决方案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动态气泡效果实现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响应式布局适配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4206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动画性能优化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4937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多页面路由管理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结论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Vibe Coding实践提高了开发效率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现代化技术栈确保了项目质量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5120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暗色系设计符合现代审美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持续优化是项目成功的关键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可信数据空间项目的Vibe Coding实践</dc:title>
  <dc:subject>PptxGenJS Presentation</dc:subject>
  <dc:creator>Trae Team</dc:creator>
  <cp:lastModifiedBy>Trae Team</cp:lastModifiedBy>
  <cp:revision>1</cp:revision>
  <dcterms:created xsi:type="dcterms:W3CDTF">2026-04-08T06:36:04Z</dcterms:created>
  <dcterms:modified xsi:type="dcterms:W3CDTF">2026-04-08T06:36:04Z</dcterms:modified>
</cp:coreProperties>
</file>